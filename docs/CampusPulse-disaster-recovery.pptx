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Alero: multi-AZ is high availability; this slide is recovery. Events table is not replicated on purpose (busiest, regenerable, expires after 30 days). CloudFront failover covers the website files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Disaster recovery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continuously copied to Paris; everything else can be rebuilt from Terraform.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13716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201168" cy="201168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Seconds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RPO: how much data we could lose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3383280" cy="13716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401568"/>
            <a:ext cx="201168" cy="201168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1 hour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RTO: time to be running again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3383280" cy="13716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974336"/>
            <a:ext cx="201168" cy="20116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8371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 days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77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point-in-time recovery on every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636776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17556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1206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1554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Point-in-time recovery (35 days) and live replicas of 5 tables in Paris, updated within seconds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97680" y="2304288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80560" y="2386584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505456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120640" y="23042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3042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 S3 bucket, with every file copied to a bucket in Paris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297680" y="3054096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480560" y="3136392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3255264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120640" y="30540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CloudFront failover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7086600" y="305409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Virginia bucket returns 500/502/503/504, CloudFront serves the Paris copy automatically, with no DNS change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297680" y="3803904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480560" y="3886200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400507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120640" y="38039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Terraform state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086600" y="38039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Versioned, encrypted S3 bucket, replicated to Paris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4297680" y="4553712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480560" y="4636008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754880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120640" y="45537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7086600" y="45537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Stateless and defined in Terraform: rebuilt in Paris with one terraform apply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4297680" y="5303520"/>
            <a:ext cx="736092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480560" y="5385816"/>
            <a:ext cx="475488" cy="47548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5504688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5120640" y="5303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7086600" y="53035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GitHub; deployed by the CI/CD pipeline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4297680" y="6053328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Limit: the API and Cognito run only in us-east-1, so a full region outage means redeploying with Terraform in Paris, where the data is already waiting.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2026</dc:title>
  <dc:subject>PptxGenJS Presentation</dc:subject>
  <dc:creator>PptxGenJS</dc:creator>
  <cp:lastModifiedBy>PptxGenJS</cp:lastModifiedBy>
  <cp:revision>1</cp:revision>
  <dcterms:created xsi:type="dcterms:W3CDTF">2026-09-19T08:47:50Z</dcterms:created>
  <dcterms:modified xsi:type="dcterms:W3CDTF">2026-09-19T08:47:50Z</dcterms:modified>
</cp:coreProperties>
</file>