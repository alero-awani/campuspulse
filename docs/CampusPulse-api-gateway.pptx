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our API Gateway, which is in charge of routing each request to our Lambda. After a user signs in, the dashboard sends their Cognito token with every API call, and API Gateway checks it each time, so a missing or expired token is rejected before our code runs. We also use API Gateway for rate limiting: 20 requests per second, with bursts of 50. And we set up CORS on API Gateway so that browsers can only call the API from our CloudFront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Gateway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single front door to our API: it routes every request and checks it before our code runs.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28600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47672"/>
            <a:ext cx="530352" cy="530352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2080260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92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the Cognito token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07792" y="2217420"/>
            <a:ext cx="585216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48640" y="3017520"/>
            <a:ext cx="228600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3273552"/>
            <a:ext cx="530352" cy="530352"/>
          </a:xfrm>
          <a:prstGeom prst="ellipse">
            <a:avLst/>
          </a:prstGeom>
          <a:solidFill>
            <a:srgbClr val="F54900"/>
          </a:solidFill>
          <a:ln w="12700">
            <a:solidFill>
              <a:srgbClr val="F549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3406140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218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Simulator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the device key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907792" y="3543300"/>
            <a:ext cx="585216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566160" y="1691640"/>
            <a:ext cx="39319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767328" y="1874520"/>
            <a:ext cx="457200" cy="45720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628" y="198882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34340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Gateway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3767328" y="2496312"/>
            <a:ext cx="3529584" cy="41148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913632" y="2633472"/>
            <a:ext cx="137160" cy="137160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160520" y="24963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CORS  </a:t>
            </a:r>
            <a:pPr indent="0" marL="0">
              <a:buNone/>
            </a:pPr>
            <a:r>
              <a:rPr lang="en-US" sz="11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our dashboard's address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3767328" y="2999232"/>
            <a:ext cx="3529584" cy="41148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913632" y="3136392"/>
            <a:ext cx="137160" cy="137160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160520" y="299923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 check  </a:t>
            </a:r>
            <a:pPr indent="0" marL="0">
              <a:buNone/>
            </a:pPr>
            <a:r>
              <a:rPr lang="en-US" sz="11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401 if invalid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3767328" y="3502152"/>
            <a:ext cx="3529584" cy="41148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913632" y="3639312"/>
            <a:ext cx="137160" cy="137160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160520" y="35021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Rate limit  </a:t>
            </a:r>
            <a:pPr indent="0" marL="0">
              <a:buNone/>
            </a:pPr>
            <a:r>
              <a:rPr lang="en-US" sz="115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20/s, bursts of 50 · 429 if over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7571232" y="2880360"/>
            <a:ext cx="502920" cy="0"/>
          </a:xfrm>
          <a:prstGeom prst="line">
            <a:avLst/>
          </a:prstGeom>
          <a:noFill/>
          <a:ln w="22225">
            <a:solidFill>
              <a:srgbClr val="62748E"/>
            </a:solidFill>
            <a:prstDash val="solid"/>
            <a:tailEnd type="triangle"/>
          </a:ln>
        </p:spPr>
      </p:sp>
      <p:sp>
        <p:nvSpPr>
          <p:cNvPr id="30" name="Text 25"/>
          <p:cNvSpPr txBox="1"/>
          <p:nvPr/>
        </p:nvSpPr>
        <p:spPr>
          <a:xfrm>
            <a:off x="7498080" y="25694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138160" y="1463040"/>
            <a:ext cx="3502152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32" name="Text 27"/>
          <p:cNvSpPr txBox="1"/>
          <p:nvPr/>
        </p:nvSpPr>
        <p:spPr>
          <a:xfrm>
            <a:off x="8321040" y="157276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Routes for campuspulse-api (AWS console)</a:t>
            </a:r>
            <a:endParaRPr lang="en-US" sz="1050" dirty="0"/>
          </a:p>
        </p:txBody>
      </p:sp>
      <p:pic>
        <p:nvPicPr>
          <p:cNvPr id="33" name="Image 3" descr="rout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9131" y="1874520"/>
            <a:ext cx="1680210" cy="224028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48640" y="4480560"/>
            <a:ext cx="256717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49808" y="4681728"/>
            <a:ext cx="457200" cy="457200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4796028"/>
            <a:ext cx="228600" cy="2286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2658618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749808" y="5212080"/>
            <a:ext cx="220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Routing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749808" y="553212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Gateway routes each request to our Lambda. Sensor and health routes are public; everything else needs a token.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3390138" y="4480560"/>
            <a:ext cx="256717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3591306" y="4681728"/>
            <a:ext cx="457200" cy="457200"/>
          </a:xfrm>
          <a:prstGeom prst="ellipse">
            <a:avLst/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606" y="4796028"/>
            <a:ext cx="228600" cy="22860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5500116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3591306" y="5212080"/>
            <a:ext cx="220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 check</a:t>
            </a:r>
            <a:endParaRPr lang="en-US" sz="1500" dirty="0"/>
          </a:p>
        </p:txBody>
      </p:sp>
      <p:sp>
        <p:nvSpPr>
          <p:cNvPr id="45" name="Text 37"/>
          <p:cNvSpPr txBox="1"/>
          <p:nvPr/>
        </p:nvSpPr>
        <p:spPr>
          <a:xfrm>
            <a:off x="3591306" y="553212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dashboard sends its Cognito token with every call. Missing or expired tokens are rejected before our code runs.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231636" y="4480560"/>
            <a:ext cx="256717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432804" y="4681728"/>
            <a:ext cx="457200" cy="457200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4796028"/>
            <a:ext cx="228600" cy="2286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8341614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6432804" y="5212080"/>
            <a:ext cx="220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Rate limiting</a:t>
            </a:r>
            <a:endParaRPr lang="en-US" sz="1500" dirty="0"/>
          </a:p>
        </p:txBody>
      </p:sp>
      <p:sp>
        <p:nvSpPr>
          <p:cNvPr id="51" name="Text 42"/>
          <p:cNvSpPr txBox="1"/>
          <p:nvPr/>
        </p:nvSpPr>
        <p:spPr>
          <a:xfrm>
            <a:off x="6432804" y="553212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requests per second, with bursts of 50. Extra requests are refused, protecting the backend and our costs.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9073134" y="4480560"/>
            <a:ext cx="2567178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9274302" y="4681728"/>
            <a:ext cx="457200" cy="457200"/>
          </a:xfrm>
          <a:prstGeom prst="ellipse">
            <a:avLst/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8602" y="4796028"/>
            <a:ext cx="228600" cy="228600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11183112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300" dirty="0"/>
          </a:p>
        </p:txBody>
      </p:sp>
      <p:sp>
        <p:nvSpPr>
          <p:cNvPr id="56" name="Text 46"/>
          <p:cNvSpPr txBox="1"/>
          <p:nvPr/>
        </p:nvSpPr>
        <p:spPr>
          <a:xfrm>
            <a:off x="9274302" y="5212080"/>
            <a:ext cx="220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CORS</a:t>
            </a:r>
            <a:endParaRPr lang="en-US" sz="1500" dirty="0"/>
          </a:p>
        </p:txBody>
      </p:sp>
      <p:sp>
        <p:nvSpPr>
          <p:cNvPr id="57" name="Text 47"/>
          <p:cNvSpPr txBox="1"/>
          <p:nvPr/>
        </p:nvSpPr>
        <p:spPr>
          <a:xfrm>
            <a:off x="9274302" y="5532120"/>
            <a:ext cx="220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Browsers may only call the API from our CloudFront address (and localhost, for development).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API Gateway</dc:title>
  <dc:subject>PptxGenJS Presentation</dc:subject>
  <dc:creator>PptxGenJS</dc:creator>
  <cp:lastModifiedBy>PptxGenJS</cp:lastModifiedBy>
  <cp:revision>1</cp:revision>
  <dcterms:created xsi:type="dcterms:W3CDTF">2026-09-19T09:56:37Z</dcterms:created>
  <dcterms:modified xsi:type="dcterms:W3CDTF">2026-09-19T09:56:37Z</dcterms:modified>
</cp:coreProperties>
</file>