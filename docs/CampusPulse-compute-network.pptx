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Behind API Gateway we run one Lambda function: our Go API, compiled into a single file called bootstrap. We created a VPC with two private subnets in two availability zones, and put the Lambda inside, with no internet access. If one zone fails, Lambda runs in the other automatically. We added a free DynamoDB gateway endpoint so the Lambda can still reach the database privately, and its policy allows only our tables. And we added a security group: nothing can connect in, and the Lambda can only send HTTPS out to DynamoDB.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 and network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Lambda function, running in private subnets inside our own VPC, with no internet access.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7452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487168"/>
            <a:ext cx="512064" cy="51206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151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87168" y="2743200"/>
            <a:ext cx="54864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395728" y="2450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invokes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1463040"/>
            <a:ext cx="544068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9050">
            <a:solidFill>
              <a:srgbClr val="00968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15544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  10.0.0.0/16</a:t>
            </a:r>
            <a:pPr indent="0" marL="0">
              <a:buNone/>
            </a:pP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no internet gateway, no NAT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395728" cy="20574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20116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subnet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24942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us-east-1a · 10.0.1.0/24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11880" y="2788920"/>
            <a:ext cx="502920" cy="50292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291465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20624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Lambda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16168" y="1920240"/>
            <a:ext cx="2395728" cy="20574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53328" y="20116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subnet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053328" y="224942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us-east-1b · 10.0.2.0/24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36208" y="2788920"/>
            <a:ext cx="502920" cy="50292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938" y="291465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830568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Lambda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3429000" y="2670048"/>
            <a:ext cx="4745736" cy="749808"/>
          </a:xfrm>
          <a:prstGeom prst="roundRect">
            <a:avLst>
              <a:gd name="adj" fmla="val 14634"/>
            </a:avLst>
          </a:prstGeom>
          <a:ln w="15875">
            <a:solidFill>
              <a:srgbClr val="E6293F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3291840" y="347472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2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group: nothing in · HTTPS out to DynamoDB only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202168" y="2743200"/>
            <a:ext cx="54864" cy="0"/>
          </a:xfrm>
          <a:prstGeom prst="line">
            <a:avLst/>
          </a:prstGeom>
          <a:noFill/>
          <a:ln w="22225">
            <a:solidFill>
              <a:srgbClr val="009689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8293608" y="2487168"/>
            <a:ext cx="512064" cy="512064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615184"/>
            <a:ext cx="256032" cy="25603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882128" y="3090672"/>
            <a:ext cx="133502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968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882128" y="30906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Gateway endpoint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tables only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860536" y="2743200"/>
            <a:ext cx="731520" cy="0"/>
          </a:xfrm>
          <a:prstGeom prst="line">
            <a:avLst/>
          </a:prstGeom>
          <a:noFill/>
          <a:ln w="22225">
            <a:solidFill>
              <a:srgbClr val="009689"/>
            </a:solidFill>
            <a:prstDash val="solid"/>
            <a:tailEnd type="triangle"/>
          </a:ln>
        </p:spPr>
      </p:sp>
      <p:sp>
        <p:nvSpPr>
          <p:cNvPr id="32" name="Text 26"/>
          <p:cNvSpPr txBox="1"/>
          <p:nvPr/>
        </p:nvSpPr>
        <p:spPr>
          <a:xfrm>
            <a:off x="8805672" y="24505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646920" y="2286000"/>
            <a:ext cx="199339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811512" y="2487168"/>
            <a:ext cx="512064" cy="512064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528" y="261518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424160" y="2286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548640" y="4434840"/>
            <a:ext cx="66751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49808" y="464286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49808" y="46428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1188720" y="4572000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Lambda function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3657600" y="4572000"/>
            <a:ext cx="3429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Go API, compiled into a single file called bootstrap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49808" y="507720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49808" y="50772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1188720" y="5006340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private subnets</a:t>
            </a:r>
            <a:endParaRPr lang="en-US" sz="1250" dirty="0"/>
          </a:p>
        </p:txBody>
      </p:sp>
      <p:sp>
        <p:nvSpPr>
          <p:cNvPr id="45" name="Text 38"/>
          <p:cNvSpPr txBox="1"/>
          <p:nvPr/>
        </p:nvSpPr>
        <p:spPr>
          <a:xfrm>
            <a:off x="3657600" y="5006340"/>
            <a:ext cx="3429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internet access; if one zone fails, Lambda runs in the other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49808" y="551154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49808" y="55115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188720" y="5440680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DynamoDB gateway endpoint</a:t>
            </a:r>
            <a:endParaRPr lang="en-US" sz="1250" dirty="0"/>
          </a:p>
        </p:txBody>
      </p:sp>
      <p:sp>
        <p:nvSpPr>
          <p:cNvPr id="49" name="Text 42"/>
          <p:cNvSpPr txBox="1"/>
          <p:nvPr/>
        </p:nvSpPr>
        <p:spPr>
          <a:xfrm>
            <a:off x="3657600" y="5440680"/>
            <a:ext cx="3429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Free, private route to the database; allows only our tables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749808" y="594588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749808" y="59458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45"/>
          <p:cNvSpPr txBox="1"/>
          <p:nvPr/>
        </p:nvSpPr>
        <p:spPr>
          <a:xfrm>
            <a:off x="1188720" y="5875020"/>
            <a:ext cx="24231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group</a:t>
            </a:r>
            <a:endParaRPr lang="en-US" sz="1250" dirty="0"/>
          </a:p>
        </p:txBody>
      </p:sp>
      <p:sp>
        <p:nvSpPr>
          <p:cNvPr id="53" name="Text 46"/>
          <p:cNvSpPr txBox="1"/>
          <p:nvPr/>
        </p:nvSpPr>
        <p:spPr>
          <a:xfrm>
            <a:off x="3657600" y="5875020"/>
            <a:ext cx="3429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can connect in; only HTTPS out to DynamoDB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7498080" y="4434840"/>
            <a:ext cx="4142232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5" name="Text 48"/>
          <p:cNvSpPr txBox="1"/>
          <p:nvPr/>
        </p:nvSpPr>
        <p:spPr>
          <a:xfrm>
            <a:off x="7680960" y="454456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 console: triggered by API Gateway</a:t>
            </a:r>
            <a:endParaRPr lang="en-US" sz="1050" dirty="0"/>
          </a:p>
        </p:txBody>
      </p:sp>
      <p:pic>
        <p:nvPicPr>
          <p:cNvPr id="56" name="Image 5" descr="lambd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5213139"/>
            <a:ext cx="3776472" cy="9580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compute and network</dc:title>
  <dc:subject>PptxGenJS Presentation</dc:subject>
  <dc:creator>PptxGenJS</dc:creator>
  <cp:lastModifiedBy>PptxGenJS</cp:lastModifiedBy>
  <cp:revision>1</cp:revision>
  <dcterms:created xsi:type="dcterms:W3CDTF">2026-09-19T10:02:24Z</dcterms:created>
  <dcterms:modified xsi:type="dcterms:W3CDTF">2026-09-19T10:02:24Z</dcterms:modified>
</cp:coreProperties>
</file>