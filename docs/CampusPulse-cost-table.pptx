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NAT Gateway saves about $33/month: the free DynamoDB gateway endpoint replaces it. Other savings: arm64 Lambda, 7-day log retention, raw events expire after 30 days, events table not replicated, API throttling caps runaway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optimization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service is pay-per-use or inside the AWS free tier.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773168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10945368" cy="429768"/>
          </a:xfrm>
          <a:prstGeom prst="roundRect">
            <a:avLst>
              <a:gd name="adj" fmla="val 25532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81912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581912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in 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581912"/>
            <a:ext cx="1325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/ month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581912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201168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0116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(arm64)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21214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21214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20116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1M requests free, always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" y="2523744"/>
            <a:ext cx="10945368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2615184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88336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2523744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and sign-in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246120" y="252374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Gateway, Cognito (4 users)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32320" y="26334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132320" y="2633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25237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1M calls free; 10,000 users free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77240" y="3127248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200400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34440" y="303580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3246120" y="30358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DynamoDB tables + 5 Paris replicas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132320" y="314553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13232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$0.20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8641080" y="30358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 per request; we use thousands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21792" y="3547872"/>
            <a:ext cx="10945368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77240" y="3639312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712464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234440" y="354787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Website and storage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3246120" y="35478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CloudFront, 4 S3 buckets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7132320" y="3657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7132320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$0.01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8641080" y="35478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TB free; under 10 MB stored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77240" y="4151376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224528"/>
            <a:ext cx="182880" cy="18288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234440" y="4059936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3246120" y="405993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Logs, 7 metrics, 7 alarms, dashboard, SNS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7132320" y="416966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132320" y="4169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8641080" y="405993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under the free limits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21792" y="4572000"/>
            <a:ext cx="10945368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77240" y="4663440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736592"/>
            <a:ext cx="182880" cy="18288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234440" y="45720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3246120" y="45720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VPC, 2 subnets, gateway endpoint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7132320" y="46817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132320" y="4681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8641080" y="45720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VPCs and gateway endpoints are free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777240" y="5175504"/>
            <a:ext cx="329184" cy="32918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248656"/>
            <a:ext cx="182880" cy="182880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1234440" y="5084064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and control</a:t>
            </a:r>
            <a:endParaRPr lang="en-US" sz="1300" dirty="0"/>
          </a:p>
        </p:txBody>
      </p:sp>
      <p:sp>
        <p:nvSpPr>
          <p:cNvPr id="58" name="Text 49"/>
          <p:cNvSpPr txBox="1"/>
          <p:nvPr/>
        </p:nvSpPr>
        <p:spPr>
          <a:xfrm>
            <a:off x="3246120" y="50840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IAM roles, OIDC, $5 budget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7132320" y="5193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7132320" y="5193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200" dirty="0"/>
          </a:p>
        </p:txBody>
      </p:sp>
      <p:sp>
        <p:nvSpPr>
          <p:cNvPr id="61" name="Text 52"/>
          <p:cNvSpPr txBox="1"/>
          <p:nvPr/>
        </p:nvSpPr>
        <p:spPr>
          <a:xfrm>
            <a:off x="8641080" y="50840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free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621792" y="5669280"/>
            <a:ext cx="10945368" cy="539496"/>
          </a:xfrm>
          <a:prstGeom prst="roundRect">
            <a:avLst>
              <a:gd name="adj" fmla="val 2033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777240" y="5774436"/>
            <a:ext cx="329184" cy="329184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5847588"/>
            <a:ext cx="182880" cy="182880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234440" y="5669280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</a:t>
            </a:r>
            <a:endParaRPr lang="en-US" sz="1500" dirty="0"/>
          </a:p>
        </p:txBody>
      </p:sp>
      <p:sp>
        <p:nvSpPr>
          <p:cNvPr id="66" name="Text 56"/>
          <p:cNvSpPr txBox="1"/>
          <p:nvPr/>
        </p:nvSpPr>
        <p:spPr>
          <a:xfrm>
            <a:off x="7132320" y="5669280"/>
            <a:ext cx="1463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$1 / month</a:t>
            </a:r>
            <a:endParaRPr lang="en-US" sz="1500" dirty="0"/>
          </a:p>
        </p:txBody>
      </p:sp>
      <p:sp>
        <p:nvSpPr>
          <p:cNvPr id="67" name="Text 57"/>
          <p:cNvSpPr txBox="1"/>
          <p:nvPr/>
        </p:nvSpPr>
        <p:spPr>
          <a:xfrm>
            <a:off x="8641080" y="5669280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few cents, with a $5 budget alert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cost</dc:title>
  <dc:subject>PptxGenJS Presentation</dc:subject>
  <dc:creator>PptxGenJS</dc:creator>
  <cp:lastModifiedBy>PptxGenJS</cp:lastModifiedBy>
  <cp:revision>1</cp:revision>
  <dcterms:created xsi:type="dcterms:W3CDTF">2026-09-19T08:44:17Z</dcterms:created>
  <dcterms:modified xsi:type="dcterms:W3CDTF">2026-09-19T08:44:17Z</dcterms:modified>
</cp:coreProperties>
</file>