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Terraform to create our AWS infrastructure as code, so the whole platform can be rebuilt with one command. Terraform keeps track of what it created in a shared, encrypted S3 bucket, so the whole team and our deployment pipeline work from the same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 as code with Terraform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AWS resource is written as code, so the whole platform can be rebuilt with one command.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146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402336" cy="402336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691640"/>
            <a:ext cx="17785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is code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8541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.tf file per part: vpc, lambda, cognito, dynamodb, frontend, monitoring…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8708" y="1508760"/>
            <a:ext cx="260146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1588" y="1691640"/>
            <a:ext cx="402336" cy="402336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79222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73652" y="1691640"/>
            <a:ext cx="17785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command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61588" y="218541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terraform apply creates or updates the whole platform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08776" y="1508760"/>
            <a:ext cx="260146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1656" y="1691640"/>
            <a:ext cx="402336" cy="402336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9222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691640"/>
            <a:ext cx="17785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state in S3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218541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Terraform's record of what it built: encrypted, versioned, locked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38844" y="1508760"/>
            <a:ext cx="260146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1724" y="1691640"/>
            <a:ext cx="402336" cy="402336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08" y="179222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33788" y="1691640"/>
            <a:ext cx="17785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copy for everyone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221724" y="218541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team and the CI/CD pipeline work from the same state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017520"/>
            <a:ext cx="5460631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31520" y="3127248"/>
            <a:ext cx="5094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infra folder: one Terraform file per part of the platform</a:t>
            </a:r>
            <a:endParaRPr lang="en-US" sz="1050" dirty="0"/>
          </a:p>
        </p:txBody>
      </p:sp>
      <p:pic>
        <p:nvPicPr>
          <p:cNvPr id="26" name="Image 4" descr="vs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5094871" cy="28803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283591" y="3017520"/>
            <a:ext cx="5356721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6466471" y="3127248"/>
            <a:ext cx="499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shared state file in S3</a:t>
            </a:r>
            <a:endParaRPr lang="en-US" sz="1050" dirty="0"/>
          </a:p>
        </p:txBody>
      </p:sp>
      <p:pic>
        <p:nvPicPr>
          <p:cNvPr id="29" name="Image 5" descr="tfst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471" y="3474720"/>
            <a:ext cx="4990961" cy="179236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466471" y="5358521"/>
            <a:ext cx="4990961" cy="996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Bucket: campuspulse-tfstate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Encrypted and versioned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lock file stops two runs at once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Copied to Paris for recovery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Terraform</dc:title>
  <dc:subject>PptxGenJS Presentation</dc:subject>
  <dc:creator>PptxGenJS</dc:creator>
  <cp:lastModifiedBy>PptxGenJS</cp:lastModifiedBy>
  <cp:revision>1</cp:revision>
  <dcterms:created xsi:type="dcterms:W3CDTF">2026-09-19T12:12:04Z</dcterms:created>
  <dcterms:modified xsi:type="dcterms:W3CDTF">2026-09-19T12:12:04Z</dcterms:modified>
</cp:coreProperties>
</file>